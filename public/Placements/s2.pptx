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152" y="-26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232C3-0080-41A2-9BEB-FA47F71807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A6CBA-4FD5-4A7F-AE74-5CD19715C1F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tGPT Image Jun 4, 2026, 10_07_5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51434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90800" y="1962150"/>
            <a:ext cx="19812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400" b="1" dirty="0">
                <a:solidFill>
                  <a:srgbClr val="FFFF00"/>
                </a:solidFill>
                <a:latin typeface="Bookman Old Style" pitchFamily="18" charset="0"/>
              </a:rPr>
              <a:t>A.K.V.S CHAKRAVARTH Y</a:t>
            </a:r>
          </a:p>
        </p:txBody>
      </p:sp>
      <p:sp>
        <p:nvSpPr>
          <p:cNvPr id="8" name="Rectangle 7"/>
          <p:cNvSpPr/>
          <p:nvPr/>
        </p:nvSpPr>
        <p:spPr>
          <a:xfrm>
            <a:off x="7010401" y="2038350"/>
            <a:ext cx="1752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400" b="1" dirty="0">
                <a:solidFill>
                  <a:srgbClr val="FFFF00"/>
                </a:solidFill>
                <a:latin typeface="Bookman Old Style" pitchFamily="18" charset="0"/>
              </a:rPr>
              <a:t>P HEMANTH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000" y="2647950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Bookman Old Style" pitchFamily="18" charset="0"/>
              </a:rPr>
              <a:t>22891A1201</a:t>
            </a:r>
            <a:endParaRPr lang="en-US" sz="14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86600" y="2647950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Bookman Old Style" pitchFamily="18" charset="0"/>
              </a:rPr>
              <a:t>22891A1241</a:t>
            </a:r>
            <a:endParaRPr lang="en-US" sz="14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62800" y="3333750"/>
            <a:ext cx="1447800" cy="513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3048000" y="4054673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9.09 LPA</a:t>
            </a:r>
            <a:endParaRPr lang="en-US" sz="1400" b="1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29500" y="4070350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7.07 LPA</a:t>
            </a:r>
            <a:endParaRPr lang="en-US" sz="1400" b="1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tGPT Image Jun 4, 2026, 10_07_5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9" cy="5143499"/>
          </a:xfrm>
          <a:prstGeom prst="rect">
            <a:avLst/>
          </a:prstGeom>
        </p:spPr>
      </p:pic>
      <p:pic>
        <p:nvPicPr>
          <p:cNvPr id="6" name="Picture 5" descr="1201- AKVS CHAKRAVARTHY.png"/>
          <p:cNvPicPr>
            <a:picLocks noChangeAspect="1"/>
          </p:cNvPicPr>
          <p:nvPr/>
        </p:nvPicPr>
        <p:blipFill>
          <a:blip r:embed="rId3"/>
          <a:srcRect l="5248" t="6948" r="9723" b="6203"/>
          <a:stretch>
            <a:fillRect/>
          </a:stretch>
        </p:blipFill>
        <p:spPr>
          <a:xfrm>
            <a:off x="4851400" y="2054958"/>
            <a:ext cx="2057400" cy="2205892"/>
          </a:xfrm>
          <a:prstGeom prst="roundRect">
            <a:avLst>
              <a:gd name="adj" fmla="val 18519"/>
            </a:avLst>
          </a:prstGeom>
        </p:spPr>
      </p:pic>
      <p:sp>
        <p:nvSpPr>
          <p:cNvPr id="7" name="Rectangle 6"/>
          <p:cNvSpPr/>
          <p:nvPr/>
        </p:nvSpPr>
        <p:spPr>
          <a:xfrm>
            <a:off x="2590800" y="1962150"/>
            <a:ext cx="19812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400" b="1" dirty="0" smtClean="0">
                <a:solidFill>
                  <a:srgbClr val="FFFF00"/>
                </a:solidFill>
                <a:latin typeface="Bookman Old Style" pitchFamily="18" charset="0"/>
              </a:rPr>
              <a:t>RAYAVARAPU KHYATHI PRADHA</a:t>
            </a:r>
            <a:endParaRPr lang="en-US" sz="1400" b="1" dirty="0">
              <a:solidFill>
                <a:srgbClr val="FFFF00"/>
              </a:solidFill>
              <a:latin typeface="Bookman Old Style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10401" y="2038350"/>
            <a:ext cx="1752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400" b="1" dirty="0" smtClean="0">
                <a:solidFill>
                  <a:srgbClr val="FFFF00"/>
                </a:solidFill>
                <a:latin typeface="Bookman Old Style" pitchFamily="18" charset="0"/>
              </a:rPr>
              <a:t>SHAIK FARHA BEGUM</a:t>
            </a:r>
            <a:endParaRPr lang="en-US" sz="1400" b="1" dirty="0">
              <a:solidFill>
                <a:srgbClr val="FFFF00"/>
              </a:solidFill>
              <a:latin typeface="Bookman Old Style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2647950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Bookman Old Style" pitchFamily="18" charset="0"/>
              </a:rPr>
              <a:t>22891A1247</a:t>
            </a:r>
            <a:endParaRPr lang="en-US" sz="14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86600" y="2647950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Bookman Old Style" pitchFamily="18" charset="0"/>
              </a:rPr>
              <a:t>22891A1255</a:t>
            </a:r>
            <a:endParaRPr lang="en-US" sz="14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48000" y="4054673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7.07 LPA</a:t>
            </a:r>
            <a:endParaRPr lang="en-US" sz="1400" b="1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29500" y="4070350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7.07 LPA</a:t>
            </a:r>
            <a:endParaRPr lang="en-US" sz="1400" b="1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 l="10326" r="3623" b="2411"/>
          <a:stretch>
            <a:fillRect/>
          </a:stretch>
        </p:blipFill>
        <p:spPr bwMode="auto">
          <a:xfrm>
            <a:off x="381000" y="1809750"/>
            <a:ext cx="2133600" cy="2362200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2" name="AutoShape 4" descr="MyGate Advertising - Types, Ad ..."/>
          <p:cNvSpPr>
            <a:spLocks noChangeAspect="1" noChangeArrowheads="1"/>
          </p:cNvSpPr>
          <p:nvPr/>
        </p:nvSpPr>
        <p:spPr bwMode="auto">
          <a:xfrm>
            <a:off x="155575" y="-136525"/>
            <a:ext cx="298450" cy="2984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MyGate Advertising - Types, Ad ..."/>
          <p:cNvSpPr>
            <a:spLocks noChangeAspect="1" noChangeArrowheads="1"/>
          </p:cNvSpPr>
          <p:nvPr/>
        </p:nvSpPr>
        <p:spPr bwMode="auto">
          <a:xfrm>
            <a:off x="155575" y="-136525"/>
            <a:ext cx="298450" cy="2984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4" descr="download.png"/>
          <p:cNvPicPr>
            <a:picLocks noChangeAspect="1"/>
          </p:cNvPicPr>
          <p:nvPr/>
        </p:nvPicPr>
        <p:blipFill>
          <a:blip r:embed="rId5"/>
          <a:srcRect t="5779" b="21859"/>
          <a:stretch>
            <a:fillRect/>
          </a:stretch>
        </p:blipFill>
        <p:spPr>
          <a:xfrm>
            <a:off x="2819400" y="3333750"/>
            <a:ext cx="1371600" cy="502800"/>
          </a:xfrm>
          <a:prstGeom prst="rect">
            <a:avLst/>
          </a:prstGeom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62800" y="3333750"/>
            <a:ext cx="1447800" cy="5130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tGPT Image Jun 4, 2026, 10_07_5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9" cy="51434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90800" y="1962150"/>
            <a:ext cx="19812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400" b="1" dirty="0" smtClean="0">
                <a:solidFill>
                  <a:srgbClr val="FFFF00"/>
                </a:solidFill>
                <a:latin typeface="Bookman Old Style" pitchFamily="18" charset="0"/>
              </a:rPr>
              <a:t>RAYAVARAPU KHYATHI PRADHA</a:t>
            </a:r>
            <a:endParaRPr lang="en-US" sz="1400" b="1" dirty="0">
              <a:solidFill>
                <a:srgbClr val="FFFF00"/>
              </a:solidFill>
              <a:latin typeface="Bookman Old Style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10401" y="2038350"/>
            <a:ext cx="1752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400" b="1" dirty="0" smtClean="0">
                <a:solidFill>
                  <a:srgbClr val="FFFF00"/>
                </a:solidFill>
                <a:latin typeface="Bookman Old Style" pitchFamily="18" charset="0"/>
              </a:rPr>
              <a:t>SHAIK FARHA BEGUM</a:t>
            </a:r>
            <a:endParaRPr lang="en-US" sz="1400" b="1" dirty="0">
              <a:solidFill>
                <a:srgbClr val="FFFF00"/>
              </a:solidFill>
              <a:latin typeface="Bookman Old Style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0" y="2647950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Bookman Old Style" pitchFamily="18" charset="0"/>
              </a:rPr>
              <a:t>22891A1247</a:t>
            </a:r>
            <a:endParaRPr lang="en-US" sz="14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86600" y="2647950"/>
            <a:ext cx="1382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Bookman Old Style" pitchFamily="18" charset="0"/>
              </a:rPr>
              <a:t>22891A1255</a:t>
            </a:r>
            <a:endParaRPr lang="en-US" sz="1400" b="1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48000" y="4054673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7.07 LPA</a:t>
            </a:r>
            <a:endParaRPr lang="en-US" sz="1400" b="1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29500" y="4070350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FF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7.07 LPA</a:t>
            </a:r>
            <a:endParaRPr lang="en-US" sz="1400" b="1" dirty="0">
              <a:solidFill>
                <a:srgbClr val="FFFF00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52" name="AutoShape 4" descr="MyGate Advertising - Types, Ad ..."/>
          <p:cNvSpPr>
            <a:spLocks noChangeAspect="1" noChangeArrowheads="1"/>
          </p:cNvSpPr>
          <p:nvPr/>
        </p:nvSpPr>
        <p:spPr bwMode="auto">
          <a:xfrm>
            <a:off x="155575" y="-136525"/>
            <a:ext cx="298450" cy="2984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MyGate Advertising - Types, Ad ..."/>
          <p:cNvSpPr>
            <a:spLocks noChangeAspect="1" noChangeArrowheads="1"/>
          </p:cNvSpPr>
          <p:nvPr/>
        </p:nvSpPr>
        <p:spPr bwMode="auto">
          <a:xfrm>
            <a:off x="155575" y="-136525"/>
            <a:ext cx="298450" cy="2984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36</Words>
  <Application>Microsoft Office PowerPoint</Application>
  <PresentationFormat>On-screen Show (16:9)</PresentationFormat>
  <Paragraphs>18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VIGNAN</dc:creator>
  <cp:lastModifiedBy>VIGNAN</cp:lastModifiedBy>
  <cp:revision>6</cp:revision>
  <dcterms:created xsi:type="dcterms:W3CDTF">2026-06-04T04:49:14Z</dcterms:created>
  <dcterms:modified xsi:type="dcterms:W3CDTF">2026-06-04T05:34:36Z</dcterms:modified>
</cp:coreProperties>
</file>